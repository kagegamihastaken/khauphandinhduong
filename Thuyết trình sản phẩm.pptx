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D9F64-E53D-4A9D-B09E-442B6B49CFE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D494-93D3-44E7-9608-71CD7BDE8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43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D9F64-E53D-4A9D-B09E-442B6B49CFE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D494-93D3-44E7-9608-71CD7BDE8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330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D9F64-E53D-4A9D-B09E-442B6B49CFE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D494-93D3-44E7-9608-71CD7BDE8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798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D9F64-E53D-4A9D-B09E-442B6B49CFE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D494-93D3-44E7-9608-71CD7BDE8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99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D9F64-E53D-4A9D-B09E-442B6B49CFE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D494-93D3-44E7-9608-71CD7BDE8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18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D9F64-E53D-4A9D-B09E-442B6B49CFE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D494-93D3-44E7-9608-71CD7BDE8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819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D9F64-E53D-4A9D-B09E-442B6B49CFE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D494-93D3-44E7-9608-71CD7BDE8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924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D9F64-E53D-4A9D-B09E-442B6B49CFE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D494-93D3-44E7-9608-71CD7BDE8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893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D9F64-E53D-4A9D-B09E-442B6B49CFE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D494-93D3-44E7-9608-71CD7BDE8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116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D9F64-E53D-4A9D-B09E-442B6B49CFE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D494-93D3-44E7-9608-71CD7BDE8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518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D9F64-E53D-4A9D-B09E-442B6B49CFE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D494-93D3-44E7-9608-71CD7BDE8821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7054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D9F64-E53D-4A9D-B09E-442B6B49CFE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D494-93D3-44E7-9608-71CD7BDE8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8824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D9F64-E53D-4A9D-B09E-442B6B49CFE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D494-93D3-44E7-9608-71CD7BDE8821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65977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D9F64-E53D-4A9D-B09E-442B6B49CFE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D494-93D3-44E7-9608-71CD7BDE8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2225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D9F64-E53D-4A9D-B09E-442B6B49CFE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D494-93D3-44E7-9608-71CD7BDE8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918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D9F64-E53D-4A9D-B09E-442B6B49CFE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D494-93D3-44E7-9608-71CD7BDE8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43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7D9F64-E53D-4A9D-B09E-442B6B49CFE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1A2D494-93D3-44E7-9608-71CD7BDE8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448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C12F09-A935-4051-8C80-1B45A7F459F3}"/>
              </a:ext>
            </a:extLst>
          </p:cNvPr>
          <p:cNvSpPr txBox="1"/>
          <p:nvPr/>
        </p:nvSpPr>
        <p:spPr>
          <a:xfrm>
            <a:off x="2000969" y="2875002"/>
            <a:ext cx="819006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 err="1"/>
              <a:t>khauphandinhduong</a:t>
            </a:r>
            <a:endParaRPr lang="en-US" sz="4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BC4615-A3B1-43B1-81E8-215CD592FD5C}"/>
              </a:ext>
            </a:extLst>
          </p:cNvPr>
          <p:cNvSpPr txBox="1"/>
          <p:nvPr/>
        </p:nvSpPr>
        <p:spPr>
          <a:xfrm>
            <a:off x="4016744" y="3982998"/>
            <a:ext cx="41585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Một</a:t>
            </a:r>
            <a:r>
              <a:rPr lang="en-US" sz="2800" dirty="0"/>
              <a:t> </a:t>
            </a:r>
            <a:r>
              <a:rPr lang="en-US" sz="2800" dirty="0" err="1"/>
              <a:t>dự</a:t>
            </a:r>
            <a:r>
              <a:rPr lang="en-US" sz="2800" dirty="0"/>
              <a:t> </a:t>
            </a:r>
            <a:r>
              <a:rPr lang="en-US" sz="2800" dirty="0" err="1"/>
              <a:t>án</a:t>
            </a:r>
            <a:r>
              <a:rPr lang="en-US" sz="2800" dirty="0"/>
              <a:t> </a:t>
            </a:r>
            <a:r>
              <a:rPr lang="en-US" sz="2800" dirty="0" err="1"/>
              <a:t>về</a:t>
            </a:r>
            <a:r>
              <a:rPr lang="en-US" sz="2800" dirty="0"/>
              <a:t> </a:t>
            </a:r>
            <a:r>
              <a:rPr lang="en-US" sz="2800" dirty="0" err="1"/>
              <a:t>dinh</a:t>
            </a:r>
            <a:r>
              <a:rPr lang="en-US" sz="2800" dirty="0"/>
              <a:t> </a:t>
            </a:r>
            <a:r>
              <a:rPr lang="en-US" sz="2800" dirty="0" err="1"/>
              <a:t>dưỡng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79129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9AA887-D635-448A-A81E-7BF57D5140EB}"/>
              </a:ext>
            </a:extLst>
          </p:cNvPr>
          <p:cNvSpPr txBox="1"/>
          <p:nvPr/>
        </p:nvSpPr>
        <p:spPr>
          <a:xfrm>
            <a:off x="798741" y="172134"/>
            <a:ext cx="25651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 err="1"/>
              <a:t>Mục</a:t>
            </a:r>
            <a:r>
              <a:rPr lang="en-US" sz="5400" b="1" dirty="0"/>
              <a:t> </a:t>
            </a:r>
            <a:r>
              <a:rPr lang="en-US" sz="5400" b="1" dirty="0" err="1"/>
              <a:t>lục</a:t>
            </a:r>
            <a:endParaRPr lang="en-US" sz="5400" b="1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5FB12C-198F-4F19-9BCD-5F3523A10A00}"/>
              </a:ext>
            </a:extLst>
          </p:cNvPr>
          <p:cNvGrpSpPr/>
          <p:nvPr/>
        </p:nvGrpSpPr>
        <p:grpSpPr>
          <a:xfrm>
            <a:off x="1049748" y="1198705"/>
            <a:ext cx="4628238" cy="906011"/>
            <a:chOff x="3282580" y="1552736"/>
            <a:chExt cx="4628238" cy="906011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91BC5359-5833-4C23-ADF4-431DBBE55021}"/>
                </a:ext>
              </a:extLst>
            </p:cNvPr>
            <p:cNvSpPr/>
            <p:nvPr/>
          </p:nvSpPr>
          <p:spPr>
            <a:xfrm>
              <a:off x="3629444" y="1552736"/>
              <a:ext cx="4281374" cy="90601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42B9A2E-8690-4309-BEFC-A338FEDA2243}"/>
                </a:ext>
              </a:extLst>
            </p:cNvPr>
            <p:cNvSpPr/>
            <p:nvPr/>
          </p:nvSpPr>
          <p:spPr>
            <a:xfrm>
              <a:off x="3282580" y="1552736"/>
              <a:ext cx="906011" cy="906011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0" dirty="0"/>
                <a:t>1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F1176D5-638A-46D8-B514-C943A6631826}"/>
                </a:ext>
              </a:extLst>
            </p:cNvPr>
            <p:cNvSpPr txBox="1"/>
            <p:nvPr/>
          </p:nvSpPr>
          <p:spPr>
            <a:xfrm>
              <a:off x="4386586" y="1621020"/>
              <a:ext cx="1663118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b="1" dirty="0" err="1"/>
                <a:t>Lý</a:t>
              </a:r>
              <a:r>
                <a:rPr lang="en-US" sz="4400" b="1" dirty="0"/>
                <a:t> do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AA6E429-447C-4614-BE89-CD78B6037E52}"/>
              </a:ext>
            </a:extLst>
          </p:cNvPr>
          <p:cNvGrpSpPr/>
          <p:nvPr/>
        </p:nvGrpSpPr>
        <p:grpSpPr>
          <a:xfrm>
            <a:off x="1596513" y="2247218"/>
            <a:ext cx="4628238" cy="906011"/>
            <a:chOff x="3282580" y="1552736"/>
            <a:chExt cx="4628238" cy="906011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D131BCF7-6A20-4E3F-B5D2-024F9009B8AB}"/>
                </a:ext>
              </a:extLst>
            </p:cNvPr>
            <p:cNvSpPr/>
            <p:nvPr/>
          </p:nvSpPr>
          <p:spPr>
            <a:xfrm>
              <a:off x="3629444" y="1552736"/>
              <a:ext cx="4281374" cy="90601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0363698-D234-4CD6-A98F-F48E5277DACD}"/>
                </a:ext>
              </a:extLst>
            </p:cNvPr>
            <p:cNvSpPr/>
            <p:nvPr/>
          </p:nvSpPr>
          <p:spPr>
            <a:xfrm>
              <a:off x="3282580" y="1552736"/>
              <a:ext cx="906011" cy="906011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0" dirty="0"/>
                <a:t>2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5A5A227-FF27-4733-84E7-29F63D7B6846}"/>
                </a:ext>
              </a:extLst>
            </p:cNvPr>
            <p:cNvSpPr txBox="1"/>
            <p:nvPr/>
          </p:nvSpPr>
          <p:spPr>
            <a:xfrm>
              <a:off x="4386585" y="1621020"/>
              <a:ext cx="2428071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b="1" dirty="0" err="1"/>
                <a:t>Mục</a:t>
              </a:r>
              <a:r>
                <a:rPr lang="en-US" sz="4400" b="1" dirty="0"/>
                <a:t> </a:t>
              </a:r>
              <a:r>
                <a:rPr lang="en-US" sz="4400" b="1" dirty="0" err="1"/>
                <a:t>tiêu</a:t>
              </a:r>
              <a:endParaRPr lang="en-US" sz="4400" b="1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D37C513-C60E-4937-8005-104DE6163714}"/>
              </a:ext>
            </a:extLst>
          </p:cNvPr>
          <p:cNvGrpSpPr/>
          <p:nvPr/>
        </p:nvGrpSpPr>
        <p:grpSpPr>
          <a:xfrm>
            <a:off x="1049748" y="3336117"/>
            <a:ext cx="4802453" cy="906011"/>
            <a:chOff x="3282580" y="1552736"/>
            <a:chExt cx="4802453" cy="906011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ACA43246-CF4F-42FA-B9C6-1F8700F0B614}"/>
                </a:ext>
              </a:extLst>
            </p:cNvPr>
            <p:cNvSpPr/>
            <p:nvPr/>
          </p:nvSpPr>
          <p:spPr>
            <a:xfrm>
              <a:off x="3629444" y="1552736"/>
              <a:ext cx="4281374" cy="90601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479F93D-65A6-4714-A30B-0A17124A6C4A}"/>
                </a:ext>
              </a:extLst>
            </p:cNvPr>
            <p:cNvSpPr/>
            <p:nvPr/>
          </p:nvSpPr>
          <p:spPr>
            <a:xfrm>
              <a:off x="3282580" y="1552736"/>
              <a:ext cx="906011" cy="906011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0" dirty="0"/>
                <a:t>3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A8A16C5-C044-4F66-B2EA-3B1589679954}"/>
                </a:ext>
              </a:extLst>
            </p:cNvPr>
            <p:cNvSpPr txBox="1"/>
            <p:nvPr/>
          </p:nvSpPr>
          <p:spPr>
            <a:xfrm>
              <a:off x="4386585" y="1621020"/>
              <a:ext cx="3698448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b="1" dirty="0" err="1"/>
                <a:t>Phần</a:t>
              </a:r>
              <a:r>
                <a:rPr lang="en-US" sz="4400" b="1" dirty="0"/>
                <a:t> </a:t>
              </a:r>
              <a:r>
                <a:rPr lang="en-US" sz="4400" b="1" dirty="0" err="1"/>
                <a:t>mềm</a:t>
              </a:r>
              <a:endParaRPr lang="en-US" sz="4400" b="1" dirty="0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8B7988D5-444A-4CE8-96A5-9275223A06C4}"/>
              </a:ext>
            </a:extLst>
          </p:cNvPr>
          <p:cNvGrpSpPr/>
          <p:nvPr/>
        </p:nvGrpSpPr>
        <p:grpSpPr>
          <a:xfrm>
            <a:off x="1682837" y="4409051"/>
            <a:ext cx="4802453" cy="906011"/>
            <a:chOff x="3282580" y="1552736"/>
            <a:chExt cx="4802453" cy="906011"/>
          </a:xfrm>
        </p:grpSpPr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DA8D95FD-B378-4BA3-A54E-E5086844C5C0}"/>
                </a:ext>
              </a:extLst>
            </p:cNvPr>
            <p:cNvSpPr/>
            <p:nvPr/>
          </p:nvSpPr>
          <p:spPr>
            <a:xfrm>
              <a:off x="3629444" y="1552736"/>
              <a:ext cx="4281374" cy="90601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695046A6-60BE-410F-810C-A4A45ECCAA33}"/>
                </a:ext>
              </a:extLst>
            </p:cNvPr>
            <p:cNvSpPr/>
            <p:nvPr/>
          </p:nvSpPr>
          <p:spPr>
            <a:xfrm>
              <a:off x="3282580" y="1552736"/>
              <a:ext cx="906011" cy="906011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0" dirty="0"/>
                <a:t>4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9EEF782B-A6F5-4AD8-9DBA-B49A96828245}"/>
                </a:ext>
              </a:extLst>
            </p:cNvPr>
            <p:cNvSpPr txBox="1"/>
            <p:nvPr/>
          </p:nvSpPr>
          <p:spPr>
            <a:xfrm>
              <a:off x="4386585" y="1621020"/>
              <a:ext cx="3698448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b="1" dirty="0"/>
                <a:t>Live Demo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052F1059-80E4-4302-AF0E-436B4ED03A5D}"/>
              </a:ext>
            </a:extLst>
          </p:cNvPr>
          <p:cNvGrpSpPr/>
          <p:nvPr/>
        </p:nvGrpSpPr>
        <p:grpSpPr>
          <a:xfrm>
            <a:off x="1049748" y="5497950"/>
            <a:ext cx="4802453" cy="906011"/>
            <a:chOff x="3282580" y="1552736"/>
            <a:chExt cx="4802453" cy="906011"/>
          </a:xfrm>
        </p:grpSpPr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792CFCED-1EF3-4DDE-8674-4400D0FF5861}"/>
                </a:ext>
              </a:extLst>
            </p:cNvPr>
            <p:cNvSpPr/>
            <p:nvPr/>
          </p:nvSpPr>
          <p:spPr>
            <a:xfrm>
              <a:off x="3629444" y="1552736"/>
              <a:ext cx="4281374" cy="90601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E2442001-1C38-4032-A14A-355E73853FA5}"/>
                </a:ext>
              </a:extLst>
            </p:cNvPr>
            <p:cNvSpPr/>
            <p:nvPr/>
          </p:nvSpPr>
          <p:spPr>
            <a:xfrm>
              <a:off x="3282580" y="1552736"/>
              <a:ext cx="906011" cy="906011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0" dirty="0"/>
                <a:t>5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45B683F-0ABE-49EC-AF92-F6FC704EB494}"/>
                </a:ext>
              </a:extLst>
            </p:cNvPr>
            <p:cNvSpPr txBox="1"/>
            <p:nvPr/>
          </p:nvSpPr>
          <p:spPr>
            <a:xfrm>
              <a:off x="4386585" y="1621020"/>
              <a:ext cx="3698448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b="1" dirty="0" err="1"/>
                <a:t>Kết</a:t>
              </a:r>
              <a:r>
                <a:rPr lang="en-US" sz="4400" b="1" dirty="0"/>
                <a:t> </a:t>
              </a:r>
              <a:r>
                <a:rPr lang="en-US" sz="4400" b="1" dirty="0" err="1"/>
                <a:t>luận</a:t>
              </a:r>
              <a:endParaRPr lang="en-US" sz="4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766749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9AA887-D635-448A-A81E-7BF57D5140EB}"/>
              </a:ext>
            </a:extLst>
          </p:cNvPr>
          <p:cNvSpPr txBox="1"/>
          <p:nvPr/>
        </p:nvSpPr>
        <p:spPr>
          <a:xfrm>
            <a:off x="893623" y="167780"/>
            <a:ext cx="28087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1. </a:t>
            </a:r>
            <a:r>
              <a:rPr lang="en-US" sz="5400" b="1" dirty="0" err="1"/>
              <a:t>Lý</a:t>
            </a:r>
            <a:r>
              <a:rPr lang="en-US" sz="5400" b="1" dirty="0"/>
              <a:t> do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DDC259-182B-4AD3-AE8F-65452DB41EC1}"/>
              </a:ext>
            </a:extLst>
          </p:cNvPr>
          <p:cNvSpPr txBox="1"/>
          <p:nvPr/>
        </p:nvSpPr>
        <p:spPr>
          <a:xfrm>
            <a:off x="1054660" y="1149833"/>
            <a:ext cx="99950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-  </a:t>
            </a:r>
            <a:r>
              <a:rPr lang="en-US" sz="3000" dirty="0" err="1"/>
              <a:t>Nhiều</a:t>
            </a:r>
            <a:r>
              <a:rPr lang="en-US" sz="3000" dirty="0"/>
              <a:t> </a:t>
            </a:r>
            <a:r>
              <a:rPr lang="en-US" sz="3000" dirty="0" err="1"/>
              <a:t>người</a:t>
            </a:r>
            <a:r>
              <a:rPr lang="en-US" sz="3000" dirty="0"/>
              <a:t> </a:t>
            </a:r>
            <a:r>
              <a:rPr lang="en-US" sz="3000" dirty="0" err="1"/>
              <a:t>khó</a:t>
            </a:r>
            <a:r>
              <a:rPr lang="en-US" sz="3000" dirty="0"/>
              <a:t> </a:t>
            </a:r>
            <a:r>
              <a:rPr lang="en-US" sz="3000" dirty="0" err="1"/>
              <a:t>khăn</a:t>
            </a:r>
            <a:r>
              <a:rPr lang="en-US" sz="3000" dirty="0"/>
              <a:t> </a:t>
            </a:r>
            <a:r>
              <a:rPr lang="en-US" sz="3000" dirty="0" err="1"/>
              <a:t>trong</a:t>
            </a:r>
            <a:r>
              <a:rPr lang="en-US" sz="3000" dirty="0"/>
              <a:t> </a:t>
            </a:r>
            <a:r>
              <a:rPr lang="en-US" sz="3000" dirty="0" err="1"/>
              <a:t>việc</a:t>
            </a:r>
            <a:r>
              <a:rPr lang="en-US" sz="3000" dirty="0"/>
              <a:t> </a:t>
            </a:r>
            <a:r>
              <a:rPr lang="en-US" sz="3000" dirty="0" err="1"/>
              <a:t>cân</a:t>
            </a:r>
            <a:r>
              <a:rPr lang="en-US" sz="3000" dirty="0"/>
              <a:t> </a:t>
            </a:r>
            <a:r>
              <a:rPr lang="en-US" sz="3000" dirty="0" err="1"/>
              <a:t>bằng</a:t>
            </a:r>
            <a:r>
              <a:rPr lang="en-US" sz="3000" dirty="0"/>
              <a:t> </a:t>
            </a:r>
            <a:r>
              <a:rPr lang="en-US" sz="3000" dirty="0" err="1"/>
              <a:t>dinh</a:t>
            </a:r>
            <a:r>
              <a:rPr lang="en-US" sz="3000" dirty="0"/>
              <a:t> </a:t>
            </a:r>
            <a:r>
              <a:rPr lang="en-US" sz="3000" dirty="0" err="1"/>
              <a:t>dưỡng</a:t>
            </a:r>
            <a:r>
              <a:rPr lang="en-US" sz="300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3A60C7-6A7A-42E1-9CA6-1ABDCD62A1EF}"/>
              </a:ext>
            </a:extLst>
          </p:cNvPr>
          <p:cNvSpPr txBox="1"/>
          <p:nvPr/>
        </p:nvSpPr>
        <p:spPr>
          <a:xfrm>
            <a:off x="989901" y="1885736"/>
            <a:ext cx="975779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000" dirty="0" err="1"/>
              <a:t>Đa</a:t>
            </a:r>
            <a:r>
              <a:rPr lang="en-US" sz="3000" dirty="0"/>
              <a:t> </a:t>
            </a:r>
            <a:r>
              <a:rPr lang="en-US" sz="3000" dirty="0" err="1"/>
              <a:t>số</a:t>
            </a:r>
            <a:r>
              <a:rPr lang="en-US" sz="3000" dirty="0"/>
              <a:t> </a:t>
            </a:r>
            <a:r>
              <a:rPr lang="en-US" sz="3000" dirty="0" err="1"/>
              <a:t>người</a:t>
            </a:r>
            <a:r>
              <a:rPr lang="en-US" sz="3000" dirty="0"/>
              <a:t> </a:t>
            </a:r>
            <a:r>
              <a:rPr lang="en-US" sz="3000" dirty="0" err="1"/>
              <a:t>cảm</a:t>
            </a:r>
            <a:r>
              <a:rPr lang="en-US" sz="3000" dirty="0"/>
              <a:t> </a:t>
            </a:r>
            <a:r>
              <a:rPr lang="en-US" sz="3000" dirty="0" err="1"/>
              <a:t>thấy</a:t>
            </a:r>
            <a:r>
              <a:rPr lang="en-US" sz="3000" dirty="0"/>
              <a:t> </a:t>
            </a:r>
            <a:r>
              <a:rPr lang="en-US" sz="3000" dirty="0" err="1"/>
              <a:t>việc</a:t>
            </a:r>
            <a:r>
              <a:rPr lang="en-US" sz="3000" dirty="0"/>
              <a:t> </a:t>
            </a:r>
            <a:r>
              <a:rPr lang="en-US" sz="3000" dirty="0" err="1"/>
              <a:t>điều</a:t>
            </a:r>
            <a:r>
              <a:rPr lang="en-US" sz="3000" dirty="0"/>
              <a:t> </a:t>
            </a:r>
            <a:r>
              <a:rPr lang="en-US" sz="3000" dirty="0" err="1"/>
              <a:t>chỉnh</a:t>
            </a:r>
            <a:r>
              <a:rPr lang="en-US" sz="3000" dirty="0"/>
              <a:t> </a:t>
            </a:r>
            <a:r>
              <a:rPr lang="en-US" sz="3000" dirty="0" err="1"/>
              <a:t>dinh</a:t>
            </a:r>
            <a:r>
              <a:rPr lang="en-US" sz="3000" dirty="0"/>
              <a:t> </a:t>
            </a:r>
            <a:r>
              <a:rPr lang="en-US" sz="3000" dirty="0" err="1"/>
              <a:t>dưỡng</a:t>
            </a:r>
            <a:r>
              <a:rPr lang="en-US" sz="3000" dirty="0"/>
              <a:t> </a:t>
            </a:r>
            <a:r>
              <a:rPr lang="en-US" sz="3000" dirty="0" err="1"/>
              <a:t>phù</a:t>
            </a:r>
            <a:endParaRPr lang="en-US" sz="3000" dirty="0"/>
          </a:p>
          <a:p>
            <a:r>
              <a:rPr lang="en-US" sz="3000" dirty="0" err="1"/>
              <a:t>hợp</a:t>
            </a:r>
            <a:r>
              <a:rPr lang="en-US" sz="3000" dirty="0"/>
              <a:t> </a:t>
            </a:r>
            <a:r>
              <a:rPr lang="en-US" sz="3000" dirty="0" err="1"/>
              <a:t>với</a:t>
            </a:r>
            <a:r>
              <a:rPr lang="en-US" sz="3000" dirty="0"/>
              <a:t> </a:t>
            </a:r>
            <a:r>
              <a:rPr lang="en-US" sz="3000" dirty="0" err="1"/>
              <a:t>bản</a:t>
            </a:r>
            <a:r>
              <a:rPr lang="en-US" sz="3000" dirty="0"/>
              <a:t> </a:t>
            </a:r>
            <a:r>
              <a:rPr lang="en-US" sz="3000" dirty="0" err="1"/>
              <a:t>thân</a:t>
            </a:r>
            <a:r>
              <a:rPr lang="en-US" sz="3000" dirty="0"/>
              <a:t> </a:t>
            </a:r>
            <a:r>
              <a:rPr lang="en-US" sz="3000" dirty="0" err="1"/>
              <a:t>khó</a:t>
            </a:r>
            <a:r>
              <a:rPr lang="en-US" sz="3000" dirty="0"/>
              <a:t> </a:t>
            </a:r>
            <a:r>
              <a:rPr lang="en-US" sz="3000" dirty="0" err="1"/>
              <a:t>khăn</a:t>
            </a:r>
            <a:r>
              <a:rPr lang="en-US" sz="3000" dirty="0"/>
              <a:t> </a:t>
            </a:r>
            <a:r>
              <a:rPr lang="en-US" sz="3000" dirty="0" err="1"/>
              <a:t>vì</a:t>
            </a:r>
            <a:r>
              <a:rPr lang="en-US" sz="3000" dirty="0"/>
              <a:t> chi </a:t>
            </a:r>
            <a:r>
              <a:rPr lang="en-US" sz="3000" dirty="0" err="1"/>
              <a:t>phí</a:t>
            </a:r>
            <a:r>
              <a:rPr lang="en-US" sz="3000" dirty="0"/>
              <a:t> </a:t>
            </a:r>
            <a:r>
              <a:rPr lang="en-US" sz="3000" dirty="0" err="1"/>
              <a:t>cao</a:t>
            </a:r>
            <a:endParaRPr lang="en-US" sz="3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64F023-89FD-42B3-AB86-1CC978AAE40F}"/>
              </a:ext>
            </a:extLst>
          </p:cNvPr>
          <p:cNvSpPr txBox="1"/>
          <p:nvPr/>
        </p:nvSpPr>
        <p:spPr>
          <a:xfrm>
            <a:off x="989901" y="3162541"/>
            <a:ext cx="949170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000" dirty="0" err="1"/>
              <a:t>Một</a:t>
            </a:r>
            <a:r>
              <a:rPr lang="en-US" sz="3000" dirty="0"/>
              <a:t> </a:t>
            </a:r>
            <a:r>
              <a:rPr lang="en-US" sz="3000" dirty="0" err="1"/>
              <a:t>số</a:t>
            </a:r>
            <a:r>
              <a:rPr lang="en-US" sz="3000" dirty="0"/>
              <a:t> </a:t>
            </a:r>
            <a:r>
              <a:rPr lang="en-US" sz="3000" dirty="0" err="1"/>
              <a:t>người</a:t>
            </a:r>
            <a:r>
              <a:rPr lang="en-US" sz="3000" dirty="0"/>
              <a:t> </a:t>
            </a:r>
            <a:r>
              <a:rPr lang="en-US" sz="3000" dirty="0" err="1"/>
              <a:t>cảm</a:t>
            </a:r>
            <a:r>
              <a:rPr lang="en-US" sz="3000" dirty="0"/>
              <a:t> </a:t>
            </a:r>
            <a:r>
              <a:rPr lang="en-US" sz="3000" dirty="0" err="1"/>
              <a:t>thấy</a:t>
            </a:r>
            <a:r>
              <a:rPr lang="en-US" sz="3000" dirty="0"/>
              <a:t> </a:t>
            </a:r>
            <a:r>
              <a:rPr lang="en-US" sz="3000" dirty="0" err="1"/>
              <a:t>đau</a:t>
            </a:r>
            <a:r>
              <a:rPr lang="en-US" sz="3000" dirty="0"/>
              <a:t> </a:t>
            </a:r>
            <a:r>
              <a:rPr lang="en-US" sz="3000" dirty="0" err="1"/>
              <a:t>đầu</a:t>
            </a:r>
            <a:r>
              <a:rPr lang="en-US" sz="3000" dirty="0"/>
              <a:t> </a:t>
            </a:r>
            <a:r>
              <a:rPr lang="en-US" sz="3000" dirty="0" err="1"/>
              <a:t>khi</a:t>
            </a:r>
            <a:r>
              <a:rPr lang="en-US" sz="3000" dirty="0"/>
              <a:t> chi </a:t>
            </a:r>
            <a:r>
              <a:rPr lang="en-US" sz="3000" dirty="0" err="1"/>
              <a:t>phí</a:t>
            </a:r>
            <a:r>
              <a:rPr lang="en-US" sz="3000" dirty="0"/>
              <a:t> </a:t>
            </a:r>
            <a:r>
              <a:rPr lang="en-US" sz="3000" dirty="0" err="1"/>
              <a:t>và</a:t>
            </a:r>
            <a:r>
              <a:rPr lang="en-US" sz="3000" dirty="0"/>
              <a:t> </a:t>
            </a:r>
            <a:r>
              <a:rPr lang="en-US" sz="3000" dirty="0" err="1"/>
              <a:t>giá</a:t>
            </a:r>
            <a:r>
              <a:rPr lang="en-US" sz="3000" dirty="0"/>
              <a:t> </a:t>
            </a:r>
            <a:r>
              <a:rPr lang="en-US" sz="3000" dirty="0" err="1"/>
              <a:t>trị</a:t>
            </a:r>
            <a:endParaRPr lang="en-US" sz="3000" dirty="0"/>
          </a:p>
          <a:p>
            <a:r>
              <a:rPr lang="en-US" sz="3000" dirty="0" err="1"/>
              <a:t>dinh</a:t>
            </a:r>
            <a:r>
              <a:rPr lang="en-US" sz="3000" dirty="0"/>
              <a:t> </a:t>
            </a:r>
            <a:r>
              <a:rPr lang="en-US" sz="3000" dirty="0" err="1"/>
              <a:t>dưỡng</a:t>
            </a:r>
            <a:r>
              <a:rPr lang="en-US" sz="3000" dirty="0"/>
              <a:t> </a:t>
            </a:r>
            <a:r>
              <a:rPr lang="en-US" sz="3000" dirty="0" err="1"/>
              <a:t>và</a:t>
            </a:r>
            <a:r>
              <a:rPr lang="en-US" sz="3000" dirty="0"/>
              <a:t> </a:t>
            </a:r>
            <a:r>
              <a:rPr lang="en-US" sz="3000" dirty="0" err="1"/>
              <a:t>tìm</a:t>
            </a:r>
            <a:r>
              <a:rPr lang="en-US" sz="3000" dirty="0"/>
              <a:t> </a:t>
            </a:r>
            <a:r>
              <a:rPr lang="en-US" sz="3000" dirty="0" err="1"/>
              <a:t>một</a:t>
            </a:r>
            <a:r>
              <a:rPr lang="en-US" sz="3000" dirty="0"/>
              <a:t> </a:t>
            </a:r>
            <a:r>
              <a:rPr lang="en-US" sz="3000" dirty="0" err="1"/>
              <a:t>phần</a:t>
            </a:r>
            <a:r>
              <a:rPr lang="en-US" sz="3000" dirty="0"/>
              <a:t> </a:t>
            </a:r>
            <a:r>
              <a:rPr lang="en-US" sz="3000" dirty="0" err="1"/>
              <a:t>mềm</a:t>
            </a:r>
            <a:r>
              <a:rPr lang="en-US" sz="3000" dirty="0"/>
              <a:t> </a:t>
            </a:r>
            <a:r>
              <a:rPr lang="en-US" sz="3000" dirty="0" err="1"/>
              <a:t>làm</a:t>
            </a:r>
            <a:r>
              <a:rPr lang="en-US" sz="3000" dirty="0"/>
              <a:t> </a:t>
            </a:r>
            <a:r>
              <a:rPr lang="en-US" sz="3000" dirty="0" err="1"/>
              <a:t>thay</a:t>
            </a:r>
            <a:r>
              <a:rPr lang="en-US" sz="3000" dirty="0"/>
              <a:t> </a:t>
            </a:r>
            <a:r>
              <a:rPr lang="en-US" sz="3000" dirty="0" err="1"/>
              <a:t>thế</a:t>
            </a:r>
            <a:endParaRPr lang="en-US" sz="3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9C6362-C1FF-4F98-A667-36795A4CA8A3}"/>
              </a:ext>
            </a:extLst>
          </p:cNvPr>
          <p:cNvSpPr txBox="1"/>
          <p:nvPr/>
        </p:nvSpPr>
        <p:spPr>
          <a:xfrm>
            <a:off x="893623" y="5270234"/>
            <a:ext cx="96552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Symbol" panose="05050102010706020507" pitchFamily="18" charset="2"/>
              <a:buChar char="Þ"/>
            </a:pPr>
            <a:r>
              <a:rPr lang="en-US" sz="3000" dirty="0" err="1"/>
              <a:t>Từ</a:t>
            </a:r>
            <a:r>
              <a:rPr lang="en-US" sz="3000" dirty="0"/>
              <a:t> </a:t>
            </a:r>
            <a:r>
              <a:rPr lang="en-US" sz="3000" dirty="0" err="1"/>
              <a:t>đấy</a:t>
            </a:r>
            <a:r>
              <a:rPr lang="en-US" sz="3000" dirty="0"/>
              <a:t> </a:t>
            </a:r>
            <a:r>
              <a:rPr lang="en-US" sz="3000" dirty="0" err="1"/>
              <a:t>chúng</a:t>
            </a:r>
            <a:r>
              <a:rPr lang="en-US" sz="3000" dirty="0"/>
              <a:t> </a:t>
            </a:r>
            <a:r>
              <a:rPr lang="en-US" sz="3000" dirty="0" err="1"/>
              <a:t>mình</a:t>
            </a:r>
            <a:r>
              <a:rPr lang="en-US" sz="3000" dirty="0"/>
              <a:t> </a:t>
            </a:r>
            <a:r>
              <a:rPr lang="en-US" sz="3000" dirty="0" err="1"/>
              <a:t>đã</a:t>
            </a:r>
            <a:r>
              <a:rPr lang="en-US" sz="3000" dirty="0"/>
              <a:t> </a:t>
            </a:r>
            <a:r>
              <a:rPr lang="en-US" sz="3000" dirty="0" err="1"/>
              <a:t>tạo</a:t>
            </a:r>
            <a:r>
              <a:rPr lang="en-US" sz="3000" dirty="0"/>
              <a:t> ra </a:t>
            </a:r>
            <a:r>
              <a:rPr lang="en-US" sz="3000" dirty="0" err="1"/>
              <a:t>phần</a:t>
            </a:r>
            <a:r>
              <a:rPr lang="en-US" sz="3000" dirty="0"/>
              <a:t> </a:t>
            </a:r>
            <a:r>
              <a:rPr lang="en-US" sz="3000" dirty="0" err="1"/>
              <a:t>mềm</a:t>
            </a:r>
            <a:r>
              <a:rPr lang="en-US" sz="3000" dirty="0"/>
              <a:t> </a:t>
            </a:r>
            <a:r>
              <a:rPr lang="en-US" sz="3000" dirty="0" err="1"/>
              <a:t>để</a:t>
            </a:r>
            <a:r>
              <a:rPr lang="en-US" sz="3000" dirty="0"/>
              <a:t> </a:t>
            </a:r>
            <a:r>
              <a:rPr lang="en-US" sz="3000" dirty="0" err="1"/>
              <a:t>giải</a:t>
            </a:r>
            <a:r>
              <a:rPr lang="en-US" sz="3000" dirty="0"/>
              <a:t> </a:t>
            </a:r>
            <a:r>
              <a:rPr lang="en-US" sz="3000" dirty="0" err="1"/>
              <a:t>quyết</a:t>
            </a:r>
            <a:endParaRPr lang="en-US" sz="3000" dirty="0"/>
          </a:p>
          <a:p>
            <a:r>
              <a:rPr lang="en-US" sz="3000" dirty="0" err="1"/>
              <a:t>những</a:t>
            </a:r>
            <a:r>
              <a:rPr lang="en-US" sz="3000" dirty="0"/>
              <a:t> </a:t>
            </a:r>
            <a:r>
              <a:rPr lang="en-US" sz="3000" dirty="0" err="1"/>
              <a:t>rắc</a:t>
            </a:r>
            <a:r>
              <a:rPr lang="en-US" sz="3000" dirty="0"/>
              <a:t> </a:t>
            </a:r>
            <a:r>
              <a:rPr lang="en-US" sz="3000" dirty="0" err="1"/>
              <a:t>rối</a:t>
            </a:r>
            <a:r>
              <a:rPr lang="en-US" sz="3000" dirty="0"/>
              <a:t> </a:t>
            </a:r>
            <a:r>
              <a:rPr lang="en-US" sz="3000" dirty="0" err="1"/>
              <a:t>trên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36922717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9AA887-D635-448A-A81E-7BF57D5140EB}"/>
              </a:ext>
            </a:extLst>
          </p:cNvPr>
          <p:cNvSpPr txBox="1"/>
          <p:nvPr/>
        </p:nvSpPr>
        <p:spPr>
          <a:xfrm>
            <a:off x="893623" y="167780"/>
            <a:ext cx="37914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2. </a:t>
            </a:r>
            <a:r>
              <a:rPr lang="en-US" sz="5400" b="1" dirty="0" err="1"/>
              <a:t>Mục</a:t>
            </a:r>
            <a:r>
              <a:rPr lang="en-US" sz="5400" b="1" dirty="0"/>
              <a:t> </a:t>
            </a:r>
            <a:r>
              <a:rPr lang="en-US" sz="5400" b="1" dirty="0" err="1"/>
              <a:t>tiêu</a:t>
            </a:r>
            <a:endParaRPr lang="en-US" sz="5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FFB5AD-FB78-4C88-AFC7-83658C019B65}"/>
              </a:ext>
            </a:extLst>
          </p:cNvPr>
          <p:cNvSpPr txBox="1"/>
          <p:nvPr/>
        </p:nvSpPr>
        <p:spPr>
          <a:xfrm>
            <a:off x="1130161" y="2240402"/>
            <a:ext cx="924163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000" dirty="0" err="1"/>
              <a:t>Giải</a:t>
            </a:r>
            <a:r>
              <a:rPr lang="en-US" sz="3000" dirty="0"/>
              <a:t> </a:t>
            </a:r>
            <a:r>
              <a:rPr lang="en-US" sz="3000" dirty="0" err="1"/>
              <a:t>quyết</a:t>
            </a:r>
            <a:r>
              <a:rPr lang="en-US" sz="3000" dirty="0"/>
              <a:t> </a:t>
            </a:r>
            <a:r>
              <a:rPr lang="en-US" sz="3000" dirty="0" err="1"/>
              <a:t>việc</a:t>
            </a:r>
            <a:r>
              <a:rPr lang="en-US" sz="3000" dirty="0"/>
              <a:t> chi </a:t>
            </a:r>
            <a:r>
              <a:rPr lang="en-US" sz="3000" dirty="0" err="1"/>
              <a:t>phí</a:t>
            </a:r>
            <a:r>
              <a:rPr lang="en-US" sz="3000" dirty="0"/>
              <a:t> </a:t>
            </a:r>
            <a:r>
              <a:rPr lang="en-US" sz="3000" dirty="0" err="1"/>
              <a:t>thấp</a:t>
            </a:r>
            <a:r>
              <a:rPr lang="en-US" sz="3000" dirty="0"/>
              <a:t> </a:t>
            </a:r>
            <a:r>
              <a:rPr lang="en-US" sz="3000" dirty="0" err="1"/>
              <a:t>mà</a:t>
            </a:r>
            <a:r>
              <a:rPr lang="en-US" sz="3000" dirty="0"/>
              <a:t> </a:t>
            </a:r>
            <a:r>
              <a:rPr lang="en-US" sz="3000" dirty="0" err="1"/>
              <a:t>vẫn</a:t>
            </a:r>
            <a:r>
              <a:rPr lang="en-US" sz="3000" dirty="0"/>
              <a:t> </a:t>
            </a:r>
            <a:r>
              <a:rPr lang="en-US" sz="3000" dirty="0" err="1"/>
              <a:t>đủ</a:t>
            </a:r>
            <a:r>
              <a:rPr lang="en-US" sz="3000" dirty="0"/>
              <a:t> </a:t>
            </a:r>
            <a:r>
              <a:rPr lang="en-US" sz="3000" dirty="0" err="1"/>
              <a:t>dinh</a:t>
            </a:r>
            <a:r>
              <a:rPr lang="en-US" sz="3000" dirty="0"/>
              <a:t> </a:t>
            </a:r>
            <a:r>
              <a:rPr lang="en-US" sz="3000" dirty="0" err="1"/>
              <a:t>dưỡng</a:t>
            </a:r>
            <a:endParaRPr lang="en-US" sz="3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D19FB8-38E2-4F92-9C53-144781DFD008}"/>
              </a:ext>
            </a:extLst>
          </p:cNvPr>
          <p:cNvSpPr txBox="1"/>
          <p:nvPr/>
        </p:nvSpPr>
        <p:spPr>
          <a:xfrm>
            <a:off x="1130161" y="3152001"/>
            <a:ext cx="983314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000" dirty="0" err="1"/>
              <a:t>Giảm</a:t>
            </a:r>
            <a:r>
              <a:rPr lang="en-US" sz="3000" dirty="0"/>
              <a:t> </a:t>
            </a:r>
            <a:r>
              <a:rPr lang="en-US" sz="3000" dirty="0" err="1"/>
              <a:t>thiểu</a:t>
            </a:r>
            <a:r>
              <a:rPr lang="en-US" sz="3000" dirty="0"/>
              <a:t> </a:t>
            </a:r>
            <a:r>
              <a:rPr lang="en-US" sz="3000" dirty="0" err="1"/>
              <a:t>lượng</a:t>
            </a:r>
            <a:r>
              <a:rPr lang="en-US" sz="3000" dirty="0"/>
              <a:t> </a:t>
            </a:r>
            <a:r>
              <a:rPr lang="en-US" sz="3000" dirty="0" err="1"/>
              <a:t>việc</a:t>
            </a:r>
            <a:r>
              <a:rPr lang="en-US" sz="3000" dirty="0"/>
              <a:t> </a:t>
            </a:r>
            <a:r>
              <a:rPr lang="en-US" sz="3000" dirty="0" err="1"/>
              <a:t>nặng</a:t>
            </a:r>
            <a:r>
              <a:rPr lang="en-US" sz="3000" dirty="0"/>
              <a:t> </a:t>
            </a:r>
            <a:r>
              <a:rPr lang="en-US" sz="3000" dirty="0" err="1"/>
              <a:t>tính</a:t>
            </a:r>
            <a:r>
              <a:rPr lang="en-US" sz="3000" dirty="0"/>
              <a:t> </a:t>
            </a:r>
            <a:r>
              <a:rPr lang="en-US" sz="3000" dirty="0" err="1"/>
              <a:t>toán</a:t>
            </a:r>
            <a:r>
              <a:rPr lang="en-US" sz="3000" dirty="0"/>
              <a:t> </a:t>
            </a:r>
            <a:r>
              <a:rPr lang="en-US" sz="3000" dirty="0" err="1"/>
              <a:t>cho</a:t>
            </a:r>
            <a:r>
              <a:rPr lang="en-US" sz="3000" dirty="0"/>
              <a:t> </a:t>
            </a:r>
            <a:r>
              <a:rPr lang="en-US" sz="3000" dirty="0" err="1"/>
              <a:t>nhiều</a:t>
            </a:r>
            <a:r>
              <a:rPr lang="en-US" sz="3000" dirty="0"/>
              <a:t> </a:t>
            </a:r>
            <a:r>
              <a:rPr lang="en-US" sz="3000" dirty="0" err="1"/>
              <a:t>người</a:t>
            </a:r>
            <a:endParaRPr lang="en-US" sz="3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16CB3B-34C0-477A-8722-F5C55F353738}"/>
              </a:ext>
            </a:extLst>
          </p:cNvPr>
          <p:cNvSpPr txBox="1"/>
          <p:nvPr/>
        </p:nvSpPr>
        <p:spPr>
          <a:xfrm>
            <a:off x="1130160" y="4063600"/>
            <a:ext cx="994695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000" dirty="0" err="1"/>
              <a:t>Giảm</a:t>
            </a:r>
            <a:r>
              <a:rPr lang="en-US" sz="3000" dirty="0"/>
              <a:t> </a:t>
            </a:r>
            <a:r>
              <a:rPr lang="en-US" sz="3000" dirty="0" err="1"/>
              <a:t>nỗi</a:t>
            </a:r>
            <a:r>
              <a:rPr lang="en-US" sz="3000" dirty="0"/>
              <a:t> lo </a:t>
            </a:r>
            <a:r>
              <a:rPr lang="en-US" sz="3000" dirty="0" err="1"/>
              <a:t>âu</a:t>
            </a:r>
            <a:r>
              <a:rPr lang="en-US" sz="3000" dirty="0"/>
              <a:t> </a:t>
            </a:r>
            <a:r>
              <a:rPr lang="en-US" sz="3000" dirty="0" err="1"/>
              <a:t>cho</a:t>
            </a:r>
            <a:r>
              <a:rPr lang="en-US" sz="3000" dirty="0"/>
              <a:t> </a:t>
            </a:r>
            <a:r>
              <a:rPr lang="en-US" sz="3000" dirty="0" err="1"/>
              <a:t>những</a:t>
            </a:r>
            <a:r>
              <a:rPr lang="en-US" sz="3000" dirty="0"/>
              <a:t> </a:t>
            </a:r>
            <a:r>
              <a:rPr lang="en-US" sz="3000" dirty="0" err="1"/>
              <a:t>người</a:t>
            </a:r>
            <a:r>
              <a:rPr lang="en-US" sz="3000" dirty="0"/>
              <a:t> </a:t>
            </a:r>
            <a:r>
              <a:rPr lang="en-US" sz="3000" dirty="0" err="1"/>
              <a:t>phải</a:t>
            </a:r>
            <a:r>
              <a:rPr lang="en-US" sz="3000" dirty="0"/>
              <a:t> </a:t>
            </a:r>
            <a:r>
              <a:rPr lang="en-US" sz="3000" dirty="0" err="1"/>
              <a:t>tính</a:t>
            </a:r>
            <a:r>
              <a:rPr lang="en-US" sz="3000" dirty="0"/>
              <a:t> </a:t>
            </a:r>
            <a:r>
              <a:rPr lang="en-US" sz="3000" dirty="0" err="1"/>
              <a:t>toán</a:t>
            </a:r>
            <a:r>
              <a:rPr lang="en-US" sz="3000" dirty="0"/>
              <a:t> </a:t>
            </a:r>
            <a:r>
              <a:rPr lang="en-US" sz="3000" dirty="0" err="1"/>
              <a:t>thường</a:t>
            </a:r>
            <a:endParaRPr lang="en-US" sz="3000" dirty="0"/>
          </a:p>
          <a:p>
            <a:r>
              <a:rPr lang="en-US" sz="3000" dirty="0" err="1"/>
              <a:t>xuyên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99031540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9AA887-D635-448A-A81E-7BF57D5140EB}"/>
              </a:ext>
            </a:extLst>
          </p:cNvPr>
          <p:cNvSpPr txBox="1"/>
          <p:nvPr/>
        </p:nvSpPr>
        <p:spPr>
          <a:xfrm>
            <a:off x="893623" y="167780"/>
            <a:ext cx="43669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3. </a:t>
            </a:r>
            <a:r>
              <a:rPr lang="en-US" sz="5400" b="1" dirty="0" err="1"/>
              <a:t>Phần</a:t>
            </a:r>
            <a:r>
              <a:rPr lang="en-US" sz="5400" b="1" dirty="0"/>
              <a:t> </a:t>
            </a:r>
            <a:r>
              <a:rPr lang="en-US" sz="5400" b="1" dirty="0" err="1"/>
              <a:t>mềm</a:t>
            </a:r>
            <a:endParaRPr lang="en-US" sz="5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B549F1-4EF6-4A7A-AE3D-AC8FC0409A0E}"/>
              </a:ext>
            </a:extLst>
          </p:cNvPr>
          <p:cNvSpPr txBox="1"/>
          <p:nvPr/>
        </p:nvSpPr>
        <p:spPr>
          <a:xfrm>
            <a:off x="1281163" y="1091110"/>
            <a:ext cx="197361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a. </a:t>
            </a:r>
            <a:r>
              <a:rPr lang="en-US" sz="3000" b="1" dirty="0" err="1"/>
              <a:t>Cấu</a:t>
            </a:r>
            <a:r>
              <a:rPr lang="en-US" sz="3000" b="1" dirty="0"/>
              <a:t> </a:t>
            </a:r>
            <a:r>
              <a:rPr lang="en-US" sz="3000" b="1" dirty="0" err="1"/>
              <a:t>tạo</a:t>
            </a:r>
            <a:endParaRPr lang="en-US" sz="30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945552-26CF-412C-916B-8CE2A105A44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688035" y="1899326"/>
            <a:ext cx="5124450" cy="34620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219A97F-432B-4959-8D46-95B74107CEA0}"/>
              </a:ext>
            </a:extLst>
          </p:cNvPr>
          <p:cNvSpPr txBox="1"/>
          <p:nvPr/>
        </p:nvSpPr>
        <p:spPr>
          <a:xfrm>
            <a:off x="626822" y="1733642"/>
            <a:ext cx="59920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000" dirty="0" err="1"/>
              <a:t>Phần</a:t>
            </a:r>
            <a:r>
              <a:rPr lang="en-US" sz="3000" dirty="0"/>
              <a:t> </a:t>
            </a:r>
            <a:r>
              <a:rPr lang="en-US" sz="3000" dirty="0" err="1"/>
              <a:t>mềm</a:t>
            </a:r>
            <a:r>
              <a:rPr lang="en-US" sz="3000" dirty="0"/>
              <a:t> </a:t>
            </a:r>
            <a:r>
              <a:rPr lang="en-US" sz="3000" dirty="0" err="1"/>
              <a:t>được</a:t>
            </a:r>
            <a:r>
              <a:rPr lang="en-US" sz="3000" dirty="0"/>
              <a:t> </a:t>
            </a:r>
            <a:r>
              <a:rPr lang="en-US" sz="3000" dirty="0" err="1"/>
              <a:t>làm</a:t>
            </a:r>
            <a:r>
              <a:rPr lang="en-US" sz="3000" dirty="0"/>
              <a:t> </a:t>
            </a:r>
            <a:r>
              <a:rPr lang="en-US" sz="3000" dirty="0" err="1"/>
              <a:t>bởi</a:t>
            </a:r>
            <a:r>
              <a:rPr lang="en-US" sz="3000" dirty="0"/>
              <a:t> </a:t>
            </a:r>
          </a:p>
          <a:p>
            <a:r>
              <a:rPr lang="en-US" sz="3000" dirty="0"/>
              <a:t>Đỗ Việt Huy </a:t>
            </a:r>
            <a:r>
              <a:rPr lang="en-US" sz="3000" dirty="0" err="1"/>
              <a:t>với</a:t>
            </a:r>
            <a:r>
              <a:rPr lang="en-US" sz="3000" dirty="0"/>
              <a:t> </a:t>
            </a:r>
            <a:r>
              <a:rPr lang="en-US" sz="3000" dirty="0" err="1"/>
              <a:t>sự</a:t>
            </a:r>
            <a:r>
              <a:rPr lang="en-US" sz="3000" dirty="0"/>
              <a:t> </a:t>
            </a:r>
            <a:r>
              <a:rPr lang="en-US" sz="3000" dirty="0" err="1"/>
              <a:t>hướng</a:t>
            </a:r>
            <a:r>
              <a:rPr lang="en-US" sz="3000" dirty="0"/>
              <a:t> </a:t>
            </a:r>
            <a:r>
              <a:rPr lang="en-US" sz="3000" dirty="0" err="1"/>
              <a:t>dẫn</a:t>
            </a:r>
            <a:r>
              <a:rPr lang="en-US" sz="3000" dirty="0"/>
              <a:t> </a:t>
            </a:r>
            <a:r>
              <a:rPr lang="en-US" sz="3000" dirty="0" err="1"/>
              <a:t>bởi</a:t>
            </a:r>
            <a:endParaRPr lang="en-US" sz="3000" dirty="0"/>
          </a:p>
          <a:p>
            <a:r>
              <a:rPr lang="en-US" sz="3000" dirty="0" err="1"/>
              <a:t>Thầy</a:t>
            </a:r>
            <a:r>
              <a:rPr lang="en-US" sz="3000" dirty="0"/>
              <a:t> </a:t>
            </a:r>
            <a:r>
              <a:rPr lang="en-US" sz="3000" dirty="0" err="1"/>
              <a:t>Nguyễn</a:t>
            </a:r>
            <a:r>
              <a:rPr lang="en-US" sz="3000" dirty="0"/>
              <a:t> </a:t>
            </a:r>
            <a:r>
              <a:rPr lang="en-US" sz="3000" dirty="0" err="1"/>
              <a:t>Ngọc</a:t>
            </a:r>
            <a:r>
              <a:rPr lang="en-US" sz="3000" dirty="0"/>
              <a:t> Du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DD1632-FA4F-453F-83B6-D68AA2F2FAB1}"/>
              </a:ext>
            </a:extLst>
          </p:cNvPr>
          <p:cNvSpPr txBox="1"/>
          <p:nvPr/>
        </p:nvSpPr>
        <p:spPr>
          <a:xfrm>
            <a:off x="661383" y="3282182"/>
            <a:ext cx="59920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000" dirty="0" err="1"/>
              <a:t>Được</a:t>
            </a:r>
            <a:r>
              <a:rPr lang="en-US" sz="3000" dirty="0"/>
              <a:t> </a:t>
            </a:r>
            <a:r>
              <a:rPr lang="en-US" sz="3000" dirty="0" err="1"/>
              <a:t>làm</a:t>
            </a:r>
            <a:r>
              <a:rPr lang="en-US" sz="3000" dirty="0"/>
              <a:t> </a:t>
            </a:r>
            <a:r>
              <a:rPr lang="en-US" sz="3000" dirty="0" err="1"/>
              <a:t>bằng</a:t>
            </a:r>
            <a:r>
              <a:rPr lang="en-US" sz="3000" dirty="0"/>
              <a:t> </a:t>
            </a:r>
            <a:r>
              <a:rPr lang="en-US" sz="3000" dirty="0" err="1"/>
              <a:t>ngôn</a:t>
            </a:r>
            <a:r>
              <a:rPr lang="en-US" sz="3000" dirty="0"/>
              <a:t> </a:t>
            </a:r>
            <a:r>
              <a:rPr lang="en-US" sz="3000" dirty="0" err="1"/>
              <a:t>ngữ</a:t>
            </a:r>
            <a:r>
              <a:rPr lang="en-US" sz="3000" dirty="0"/>
              <a:t> C++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0E8C28-132C-41D9-9ECA-E86935CFB074}"/>
              </a:ext>
            </a:extLst>
          </p:cNvPr>
          <p:cNvSpPr txBox="1"/>
          <p:nvPr/>
        </p:nvSpPr>
        <p:spPr>
          <a:xfrm>
            <a:off x="626822" y="3907393"/>
            <a:ext cx="59920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000" dirty="0" err="1"/>
              <a:t>Sử</a:t>
            </a:r>
            <a:r>
              <a:rPr lang="en-US" sz="3000" dirty="0"/>
              <a:t> </a:t>
            </a:r>
            <a:r>
              <a:rPr lang="en-US" sz="3000" dirty="0" err="1"/>
              <a:t>dụng</a:t>
            </a:r>
            <a:r>
              <a:rPr lang="en-US" sz="3000" dirty="0"/>
              <a:t> </a:t>
            </a:r>
            <a:r>
              <a:rPr lang="en-US" sz="3000" dirty="0" err="1"/>
              <a:t>những</a:t>
            </a:r>
            <a:r>
              <a:rPr lang="en-US" sz="3000" dirty="0"/>
              <a:t> </a:t>
            </a:r>
            <a:r>
              <a:rPr lang="en-US" sz="3000" dirty="0" err="1"/>
              <a:t>thư</a:t>
            </a:r>
            <a:r>
              <a:rPr lang="en-US" sz="3000" dirty="0"/>
              <a:t> </a:t>
            </a:r>
            <a:r>
              <a:rPr lang="en-US" sz="3000" dirty="0" err="1"/>
              <a:t>viện</a:t>
            </a:r>
            <a:r>
              <a:rPr lang="en-US" sz="3000" dirty="0"/>
              <a:t> </a:t>
            </a:r>
            <a:r>
              <a:rPr lang="en-US" sz="3000" dirty="0" err="1"/>
              <a:t>nổi</a:t>
            </a:r>
            <a:r>
              <a:rPr lang="en-US" sz="3000" dirty="0"/>
              <a:t> </a:t>
            </a:r>
            <a:r>
              <a:rPr lang="en-US" sz="3000" dirty="0" err="1"/>
              <a:t>trội</a:t>
            </a:r>
            <a:r>
              <a:rPr lang="en-US" sz="3000" dirty="0"/>
              <a:t> </a:t>
            </a:r>
            <a:r>
              <a:rPr lang="en-US" sz="3000" dirty="0" err="1"/>
              <a:t>sau</a:t>
            </a:r>
            <a:r>
              <a:rPr lang="en-US" sz="3000" dirty="0"/>
              <a:t>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02B37E-0CC9-4F9E-B3AB-92A3665016B8}"/>
              </a:ext>
            </a:extLst>
          </p:cNvPr>
          <p:cNvSpPr txBox="1"/>
          <p:nvPr/>
        </p:nvSpPr>
        <p:spPr>
          <a:xfrm>
            <a:off x="893623" y="4999483"/>
            <a:ext cx="59920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. </a:t>
            </a:r>
            <a:r>
              <a:rPr lang="en-US" sz="3000" dirty="0" err="1"/>
              <a:t>HiGHs</a:t>
            </a:r>
            <a:r>
              <a:rPr lang="en-US" sz="3000" dirty="0"/>
              <a:t>: </a:t>
            </a:r>
            <a:r>
              <a:rPr lang="en-US" sz="3000" dirty="0" err="1"/>
              <a:t>Tính</a:t>
            </a:r>
            <a:r>
              <a:rPr lang="en-US" sz="3000" dirty="0"/>
              <a:t> </a:t>
            </a:r>
            <a:r>
              <a:rPr lang="en-US" sz="3000" dirty="0" err="1"/>
              <a:t>toán</a:t>
            </a:r>
            <a:r>
              <a:rPr lang="en-US" sz="3000" dirty="0"/>
              <a:t> chi </a:t>
            </a:r>
            <a:r>
              <a:rPr lang="en-US" sz="3000" dirty="0" err="1"/>
              <a:t>phí</a:t>
            </a:r>
            <a:endParaRPr lang="en-US" sz="3000" dirty="0"/>
          </a:p>
          <a:p>
            <a:r>
              <a:rPr lang="en-US" sz="3000" dirty="0"/>
              <a:t>. Qt: </a:t>
            </a:r>
            <a:r>
              <a:rPr lang="en-US" sz="3000" dirty="0" err="1"/>
              <a:t>hiển</a:t>
            </a:r>
            <a:r>
              <a:rPr lang="en-US" sz="3000" dirty="0"/>
              <a:t> </a:t>
            </a:r>
            <a:r>
              <a:rPr lang="en-US" sz="3000" dirty="0" err="1"/>
              <a:t>thị</a:t>
            </a:r>
            <a:r>
              <a:rPr lang="en-US" sz="3000" dirty="0"/>
              <a:t> </a:t>
            </a:r>
            <a:r>
              <a:rPr lang="en-US" sz="3000" dirty="0" err="1"/>
              <a:t>giao</a:t>
            </a:r>
            <a:r>
              <a:rPr lang="en-US" sz="3000" dirty="0"/>
              <a:t> </a:t>
            </a:r>
            <a:r>
              <a:rPr lang="en-US" sz="3000" dirty="0" err="1"/>
              <a:t>diện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55749791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9AA887-D635-448A-A81E-7BF57D5140EB}"/>
              </a:ext>
            </a:extLst>
          </p:cNvPr>
          <p:cNvSpPr txBox="1"/>
          <p:nvPr/>
        </p:nvSpPr>
        <p:spPr>
          <a:xfrm>
            <a:off x="893623" y="167780"/>
            <a:ext cx="43669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3. </a:t>
            </a:r>
            <a:r>
              <a:rPr lang="en-US" sz="5400" b="1" dirty="0" err="1"/>
              <a:t>Phần</a:t>
            </a:r>
            <a:r>
              <a:rPr lang="en-US" sz="5400" b="1" dirty="0"/>
              <a:t> </a:t>
            </a:r>
            <a:r>
              <a:rPr lang="en-US" sz="5400" b="1" dirty="0" err="1"/>
              <a:t>mềm</a:t>
            </a:r>
            <a:endParaRPr lang="en-US" sz="5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B549F1-4EF6-4A7A-AE3D-AC8FC0409A0E}"/>
              </a:ext>
            </a:extLst>
          </p:cNvPr>
          <p:cNvSpPr txBox="1"/>
          <p:nvPr/>
        </p:nvSpPr>
        <p:spPr>
          <a:xfrm>
            <a:off x="1281163" y="1091110"/>
            <a:ext cx="197361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a. </a:t>
            </a:r>
            <a:r>
              <a:rPr lang="en-US" sz="3000" b="1" dirty="0" err="1"/>
              <a:t>Cấu</a:t>
            </a:r>
            <a:r>
              <a:rPr lang="en-US" sz="3000" b="1" dirty="0"/>
              <a:t> </a:t>
            </a:r>
            <a:r>
              <a:rPr lang="en-US" sz="3000" b="1" dirty="0" err="1"/>
              <a:t>tạo</a:t>
            </a:r>
            <a:endParaRPr lang="en-US" sz="30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945552-26CF-412C-916B-8CE2A105A44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45958" y="1874159"/>
            <a:ext cx="5124450" cy="34620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DA2EB72-A36B-4B5F-8B73-89B8DA7B3F5C}"/>
              </a:ext>
            </a:extLst>
          </p:cNvPr>
          <p:cNvSpPr txBox="1"/>
          <p:nvPr/>
        </p:nvSpPr>
        <p:spPr>
          <a:xfrm>
            <a:off x="5760884" y="2208748"/>
            <a:ext cx="59920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000" dirty="0"/>
              <a:t>Giao </a:t>
            </a:r>
            <a:r>
              <a:rPr lang="en-US" sz="3000" dirty="0" err="1"/>
              <a:t>diện</a:t>
            </a:r>
            <a:r>
              <a:rPr lang="en-US" sz="3000" dirty="0"/>
              <a:t> </a:t>
            </a:r>
            <a:r>
              <a:rPr lang="en-US" sz="3000" dirty="0" err="1"/>
              <a:t>phần</a:t>
            </a:r>
            <a:r>
              <a:rPr lang="en-US" sz="3000" dirty="0"/>
              <a:t> </a:t>
            </a:r>
            <a:r>
              <a:rPr lang="en-US" sz="3000" dirty="0" err="1"/>
              <a:t>mềm</a:t>
            </a:r>
            <a:r>
              <a:rPr lang="en-US" sz="3000" dirty="0"/>
              <a:t> </a:t>
            </a:r>
            <a:r>
              <a:rPr lang="en-US" sz="3000" dirty="0" err="1"/>
              <a:t>được</a:t>
            </a:r>
            <a:r>
              <a:rPr lang="en-US" sz="3000" dirty="0"/>
              <a:t> </a:t>
            </a:r>
            <a:r>
              <a:rPr lang="en-US" sz="3000" dirty="0" err="1"/>
              <a:t>thiết</a:t>
            </a:r>
            <a:r>
              <a:rPr lang="en-US" sz="3000" dirty="0"/>
              <a:t> </a:t>
            </a:r>
            <a:r>
              <a:rPr lang="en-US" sz="3000" dirty="0" err="1"/>
              <a:t>kế</a:t>
            </a:r>
            <a:r>
              <a:rPr lang="en-US" sz="3000" dirty="0"/>
              <a:t> </a:t>
            </a:r>
            <a:r>
              <a:rPr lang="en-US" sz="3000" dirty="0" err="1"/>
              <a:t>thân</a:t>
            </a:r>
            <a:r>
              <a:rPr lang="en-US" sz="3000" dirty="0"/>
              <a:t> </a:t>
            </a:r>
            <a:r>
              <a:rPr lang="en-US" sz="3000" dirty="0" err="1"/>
              <a:t>thiện</a:t>
            </a:r>
            <a:r>
              <a:rPr lang="en-US" sz="3000" dirty="0"/>
              <a:t> </a:t>
            </a:r>
            <a:r>
              <a:rPr lang="en-US" sz="3000" dirty="0" err="1"/>
              <a:t>với</a:t>
            </a:r>
            <a:r>
              <a:rPr lang="en-US" sz="3000" dirty="0"/>
              <a:t> </a:t>
            </a:r>
            <a:r>
              <a:rPr lang="en-US" sz="3000" dirty="0" err="1"/>
              <a:t>người</a:t>
            </a:r>
            <a:r>
              <a:rPr lang="en-US" sz="3000" dirty="0"/>
              <a:t> </a:t>
            </a:r>
            <a:r>
              <a:rPr lang="en-US" sz="3000" dirty="0" err="1"/>
              <a:t>dùng</a:t>
            </a:r>
            <a:endParaRPr lang="en-US" sz="3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0D9B85-75A5-4ED0-B32E-A854F97AFB21}"/>
              </a:ext>
            </a:extLst>
          </p:cNvPr>
          <p:cNvSpPr txBox="1"/>
          <p:nvPr/>
        </p:nvSpPr>
        <p:spPr>
          <a:xfrm>
            <a:off x="5760884" y="3559002"/>
            <a:ext cx="59920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000" dirty="0" err="1"/>
              <a:t>Hỗ</a:t>
            </a:r>
            <a:r>
              <a:rPr lang="en-US" sz="3000" dirty="0"/>
              <a:t> </a:t>
            </a:r>
            <a:r>
              <a:rPr lang="en-US" sz="3000" dirty="0" err="1"/>
              <a:t>trợ</a:t>
            </a:r>
            <a:r>
              <a:rPr lang="en-US" sz="3000" dirty="0"/>
              <a:t> </a:t>
            </a:r>
            <a:r>
              <a:rPr lang="en-US" sz="3000" dirty="0" err="1"/>
              <a:t>Tiếng</a:t>
            </a:r>
            <a:r>
              <a:rPr lang="en-US" sz="3000" dirty="0"/>
              <a:t> Việt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0B156B-C728-4B9C-8900-C8B0F4FDC4B7}"/>
              </a:ext>
            </a:extLst>
          </p:cNvPr>
          <p:cNvSpPr txBox="1"/>
          <p:nvPr/>
        </p:nvSpPr>
        <p:spPr>
          <a:xfrm>
            <a:off x="5760884" y="4447591"/>
            <a:ext cx="59920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000" dirty="0" err="1"/>
              <a:t>Hiệu</a:t>
            </a:r>
            <a:r>
              <a:rPr lang="en-US" sz="3000" dirty="0"/>
              <a:t> </a:t>
            </a:r>
            <a:r>
              <a:rPr lang="en-US" sz="3000" dirty="0" err="1"/>
              <a:t>quả</a:t>
            </a:r>
            <a:r>
              <a:rPr lang="en-US" sz="3000" dirty="0"/>
              <a:t> </a:t>
            </a:r>
            <a:r>
              <a:rPr lang="en-US" sz="3000" dirty="0" err="1"/>
              <a:t>và</a:t>
            </a:r>
            <a:r>
              <a:rPr lang="en-US" sz="3000" dirty="0"/>
              <a:t> </a:t>
            </a:r>
            <a:r>
              <a:rPr lang="en-US" sz="3000" dirty="0" err="1"/>
              <a:t>chính</a:t>
            </a:r>
            <a:r>
              <a:rPr lang="en-US" sz="3000" dirty="0"/>
              <a:t> </a:t>
            </a:r>
            <a:r>
              <a:rPr lang="en-US" sz="3000" dirty="0" err="1"/>
              <a:t>xác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61973759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9AA887-D635-448A-A81E-7BF57D5140EB}"/>
              </a:ext>
            </a:extLst>
          </p:cNvPr>
          <p:cNvSpPr txBox="1"/>
          <p:nvPr/>
        </p:nvSpPr>
        <p:spPr>
          <a:xfrm>
            <a:off x="893623" y="167780"/>
            <a:ext cx="43669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3. </a:t>
            </a:r>
            <a:r>
              <a:rPr lang="en-US" sz="5400" b="1" dirty="0" err="1"/>
              <a:t>Phần</a:t>
            </a:r>
            <a:r>
              <a:rPr lang="en-US" sz="5400" b="1" dirty="0"/>
              <a:t> </a:t>
            </a:r>
            <a:r>
              <a:rPr lang="en-US" sz="5400" b="1" dirty="0" err="1"/>
              <a:t>mềm</a:t>
            </a:r>
            <a:endParaRPr lang="en-US" sz="5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B549F1-4EF6-4A7A-AE3D-AC8FC0409A0E}"/>
              </a:ext>
            </a:extLst>
          </p:cNvPr>
          <p:cNvSpPr txBox="1"/>
          <p:nvPr/>
        </p:nvSpPr>
        <p:spPr>
          <a:xfrm>
            <a:off x="1281163" y="1091110"/>
            <a:ext cx="254268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b. </a:t>
            </a:r>
            <a:r>
              <a:rPr lang="en-US" sz="3000" b="1" dirty="0" err="1"/>
              <a:t>Chức</a:t>
            </a:r>
            <a:r>
              <a:rPr lang="en-US" sz="3000" b="1" dirty="0"/>
              <a:t> </a:t>
            </a:r>
            <a:r>
              <a:rPr lang="en-US" sz="3000" b="1" dirty="0" err="1"/>
              <a:t>năng</a:t>
            </a:r>
            <a:endParaRPr lang="en-US" sz="30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945552-26CF-412C-916B-8CE2A105A44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481521" y="1342815"/>
            <a:ext cx="5124450" cy="34620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D7A722-AD60-413C-BB4D-F673F93F73D9}"/>
              </a:ext>
            </a:extLst>
          </p:cNvPr>
          <p:cNvSpPr txBox="1"/>
          <p:nvPr/>
        </p:nvSpPr>
        <p:spPr>
          <a:xfrm>
            <a:off x="562505" y="2060606"/>
            <a:ext cx="59920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000" dirty="0" err="1"/>
              <a:t>Tính</a:t>
            </a:r>
            <a:r>
              <a:rPr lang="en-US" sz="3000" dirty="0"/>
              <a:t> </a:t>
            </a:r>
            <a:r>
              <a:rPr lang="en-US" sz="3000" dirty="0" err="1"/>
              <a:t>toán</a:t>
            </a:r>
            <a:r>
              <a:rPr lang="en-US" sz="3000" dirty="0"/>
              <a:t> chi </a:t>
            </a:r>
            <a:r>
              <a:rPr lang="en-US" sz="3000" dirty="0" err="1"/>
              <a:t>phí</a:t>
            </a:r>
            <a:r>
              <a:rPr lang="en-US" sz="3000" dirty="0"/>
              <a:t> </a:t>
            </a:r>
            <a:r>
              <a:rPr lang="en-US" sz="3000" dirty="0" err="1"/>
              <a:t>mà</a:t>
            </a:r>
            <a:r>
              <a:rPr lang="en-US" sz="3000" dirty="0"/>
              <a:t> </a:t>
            </a:r>
            <a:r>
              <a:rPr lang="en-US" sz="3000" dirty="0" err="1"/>
              <a:t>vẫn</a:t>
            </a:r>
            <a:r>
              <a:rPr lang="en-US" sz="3000" dirty="0"/>
              <a:t> </a:t>
            </a:r>
            <a:r>
              <a:rPr lang="en-US" sz="3000" dirty="0" err="1"/>
              <a:t>đảm</a:t>
            </a:r>
            <a:r>
              <a:rPr lang="en-US" sz="3000" dirty="0"/>
              <a:t> </a:t>
            </a:r>
            <a:r>
              <a:rPr lang="en-US" sz="3000" dirty="0" err="1"/>
              <a:t>bảo</a:t>
            </a:r>
            <a:r>
              <a:rPr lang="en-US" sz="3000" dirty="0"/>
              <a:t> </a:t>
            </a:r>
            <a:r>
              <a:rPr lang="en-US" sz="3000" dirty="0" err="1"/>
              <a:t>lượng</a:t>
            </a:r>
            <a:r>
              <a:rPr lang="en-US" sz="3000" dirty="0"/>
              <a:t> </a:t>
            </a:r>
            <a:r>
              <a:rPr lang="en-US" sz="3000" dirty="0" err="1"/>
              <a:t>dinh</a:t>
            </a:r>
            <a:r>
              <a:rPr lang="en-US" sz="3000" dirty="0"/>
              <a:t> </a:t>
            </a:r>
            <a:r>
              <a:rPr lang="en-US" sz="3000" dirty="0" err="1"/>
              <a:t>dưỡng</a:t>
            </a:r>
            <a:endParaRPr lang="en-US" sz="3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AFE4CD-EED5-49A2-A325-ED8269871ED2}"/>
              </a:ext>
            </a:extLst>
          </p:cNvPr>
          <p:cNvSpPr txBox="1"/>
          <p:nvPr/>
        </p:nvSpPr>
        <p:spPr>
          <a:xfrm>
            <a:off x="562505" y="3122503"/>
            <a:ext cx="59920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000" dirty="0" err="1"/>
              <a:t>Có</a:t>
            </a:r>
            <a:r>
              <a:rPr lang="en-US" sz="3000" dirty="0"/>
              <a:t> </a:t>
            </a:r>
            <a:r>
              <a:rPr lang="en-US" sz="3000" dirty="0" err="1"/>
              <a:t>thể</a:t>
            </a:r>
            <a:r>
              <a:rPr lang="en-US" sz="3000" dirty="0"/>
              <a:t> </a:t>
            </a:r>
            <a:r>
              <a:rPr lang="en-US" sz="3000" dirty="0" err="1"/>
              <a:t>điều</a:t>
            </a:r>
            <a:r>
              <a:rPr lang="en-US" sz="3000" dirty="0"/>
              <a:t> </a:t>
            </a:r>
            <a:r>
              <a:rPr lang="en-US" sz="3000" dirty="0" err="1"/>
              <a:t>chỉnh</a:t>
            </a:r>
            <a:r>
              <a:rPr lang="en-US" sz="3000" dirty="0"/>
              <a:t> </a:t>
            </a:r>
            <a:r>
              <a:rPr lang="en-US" sz="3000" dirty="0" err="1"/>
              <a:t>thông</a:t>
            </a:r>
            <a:r>
              <a:rPr lang="en-US" sz="3000" dirty="0"/>
              <a:t> </a:t>
            </a:r>
            <a:r>
              <a:rPr lang="en-US" sz="3000" dirty="0" err="1"/>
              <a:t>số</a:t>
            </a:r>
            <a:r>
              <a:rPr lang="en-US" sz="3000" dirty="0"/>
              <a:t> </a:t>
            </a:r>
            <a:r>
              <a:rPr lang="en-US" sz="3000" dirty="0" err="1"/>
              <a:t>tùy</a:t>
            </a:r>
            <a:r>
              <a:rPr lang="en-US" sz="3000" dirty="0"/>
              <a:t> </a:t>
            </a:r>
            <a:r>
              <a:rPr lang="en-US" sz="3000" dirty="0" err="1"/>
              <a:t>theo</a:t>
            </a:r>
            <a:r>
              <a:rPr lang="en-US" sz="3000" dirty="0"/>
              <a:t> </a:t>
            </a:r>
            <a:r>
              <a:rPr lang="en-US" sz="3000" dirty="0" err="1"/>
              <a:t>từng</a:t>
            </a:r>
            <a:r>
              <a:rPr lang="en-US" sz="3000" dirty="0"/>
              <a:t> </a:t>
            </a:r>
            <a:r>
              <a:rPr lang="en-US" sz="3000" dirty="0" err="1"/>
              <a:t>cá</a:t>
            </a:r>
            <a:r>
              <a:rPr lang="en-US" sz="3000" dirty="0"/>
              <a:t> </a:t>
            </a:r>
            <a:r>
              <a:rPr lang="en-US" sz="3000" dirty="0" err="1"/>
              <a:t>nhân</a:t>
            </a:r>
            <a:endParaRPr lang="en-US" sz="3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34E0B1-A3B7-4739-A584-415C69EF7DBD}"/>
              </a:ext>
            </a:extLst>
          </p:cNvPr>
          <p:cNvSpPr txBox="1"/>
          <p:nvPr/>
        </p:nvSpPr>
        <p:spPr>
          <a:xfrm>
            <a:off x="562505" y="4184400"/>
            <a:ext cx="59920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000" dirty="0" err="1"/>
              <a:t>Có</a:t>
            </a:r>
            <a:r>
              <a:rPr lang="en-US" sz="3000" dirty="0"/>
              <a:t> </a:t>
            </a:r>
            <a:r>
              <a:rPr lang="en-US" sz="3000" dirty="0" err="1"/>
              <a:t>thể</a:t>
            </a:r>
            <a:r>
              <a:rPr lang="en-US" sz="3000" dirty="0"/>
              <a:t> </a:t>
            </a:r>
            <a:r>
              <a:rPr lang="en-US" sz="3000" dirty="0" err="1"/>
              <a:t>tùy</a:t>
            </a:r>
            <a:r>
              <a:rPr lang="en-US" sz="3000" dirty="0"/>
              <a:t> </a:t>
            </a:r>
            <a:r>
              <a:rPr lang="en-US" sz="3000" dirty="0" err="1"/>
              <a:t>chọn</a:t>
            </a:r>
            <a:r>
              <a:rPr lang="en-US" sz="3000" dirty="0"/>
              <a:t> </a:t>
            </a:r>
            <a:r>
              <a:rPr lang="en-US" sz="3000" dirty="0" err="1"/>
              <a:t>món</a:t>
            </a:r>
            <a:r>
              <a:rPr lang="en-US" sz="3000" dirty="0"/>
              <a:t> </a:t>
            </a:r>
            <a:r>
              <a:rPr lang="en-US" sz="3000" dirty="0" err="1"/>
              <a:t>ăn</a:t>
            </a:r>
            <a:r>
              <a:rPr lang="en-US" sz="3000" dirty="0"/>
              <a:t> </a:t>
            </a:r>
            <a:r>
              <a:rPr lang="en-US" sz="3000" dirty="0" err="1"/>
              <a:t>mà</a:t>
            </a:r>
            <a:r>
              <a:rPr lang="en-US" sz="3000" dirty="0"/>
              <a:t> </a:t>
            </a:r>
            <a:r>
              <a:rPr lang="en-US" sz="3000" dirty="0" err="1"/>
              <a:t>bạn</a:t>
            </a:r>
            <a:r>
              <a:rPr lang="en-US" sz="3000" dirty="0"/>
              <a:t> </a:t>
            </a:r>
            <a:r>
              <a:rPr lang="en-US" sz="3000" dirty="0" err="1"/>
              <a:t>muốn</a:t>
            </a:r>
            <a:r>
              <a:rPr lang="en-US" sz="3000" dirty="0"/>
              <a:t> </a:t>
            </a:r>
            <a:r>
              <a:rPr lang="en-US" sz="3000" dirty="0" err="1"/>
              <a:t>liệt</a:t>
            </a:r>
            <a:r>
              <a:rPr lang="en-US" sz="3000" dirty="0"/>
              <a:t> </a:t>
            </a:r>
            <a:r>
              <a:rPr lang="en-US" sz="3000" dirty="0" err="1"/>
              <a:t>kê</a:t>
            </a:r>
            <a:r>
              <a:rPr lang="en-US" sz="3000" dirty="0"/>
              <a:t> </a:t>
            </a:r>
            <a:r>
              <a:rPr lang="en-US" sz="3000" dirty="0" err="1"/>
              <a:t>trong</a:t>
            </a:r>
            <a:r>
              <a:rPr lang="en-US" sz="3000" dirty="0"/>
              <a:t> </a:t>
            </a:r>
            <a:r>
              <a:rPr lang="en-US" sz="3000" dirty="0" err="1"/>
              <a:t>tính</a:t>
            </a:r>
            <a:r>
              <a:rPr lang="en-US" sz="3000" dirty="0"/>
              <a:t> </a:t>
            </a:r>
            <a:r>
              <a:rPr lang="en-US" sz="3000" dirty="0" err="1"/>
              <a:t>toán</a:t>
            </a:r>
            <a:endParaRPr lang="en-US" sz="3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88655D6-2562-4614-9F04-1570DC31F2B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521" y="1342814"/>
            <a:ext cx="5124450" cy="431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10733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9AA887-D635-448A-A81E-7BF57D5140EB}"/>
              </a:ext>
            </a:extLst>
          </p:cNvPr>
          <p:cNvSpPr txBox="1"/>
          <p:nvPr/>
        </p:nvSpPr>
        <p:spPr>
          <a:xfrm>
            <a:off x="893623" y="167780"/>
            <a:ext cx="44438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4. Live Demo</a:t>
            </a:r>
          </a:p>
        </p:txBody>
      </p:sp>
    </p:spTree>
    <p:extLst>
      <p:ext uri="{BB962C8B-B14F-4D97-AF65-F5344CB8AC3E}">
        <p14:creationId xmlns:p14="http://schemas.microsoft.com/office/powerpoint/2010/main" val="1615649211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9AA887-D635-448A-A81E-7BF57D5140EB}"/>
              </a:ext>
            </a:extLst>
          </p:cNvPr>
          <p:cNvSpPr txBox="1"/>
          <p:nvPr/>
        </p:nvSpPr>
        <p:spPr>
          <a:xfrm>
            <a:off x="893623" y="167780"/>
            <a:ext cx="36744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5. </a:t>
            </a:r>
            <a:r>
              <a:rPr lang="en-US" sz="5400" b="1" dirty="0" err="1"/>
              <a:t>Kết</a:t>
            </a:r>
            <a:r>
              <a:rPr lang="en-US" sz="5400" b="1" dirty="0"/>
              <a:t> </a:t>
            </a:r>
            <a:r>
              <a:rPr lang="en-US" sz="5400" b="1" dirty="0" err="1"/>
              <a:t>luận</a:t>
            </a:r>
            <a:endParaRPr lang="en-US" sz="5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F28146-0194-4D75-B5B9-06191FF94742}"/>
              </a:ext>
            </a:extLst>
          </p:cNvPr>
          <p:cNvSpPr txBox="1"/>
          <p:nvPr/>
        </p:nvSpPr>
        <p:spPr>
          <a:xfrm>
            <a:off x="1169174" y="1521391"/>
            <a:ext cx="80451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000" dirty="0" err="1"/>
              <a:t>Chúng</a:t>
            </a:r>
            <a:r>
              <a:rPr lang="en-US" sz="3000" dirty="0"/>
              <a:t> </a:t>
            </a:r>
            <a:r>
              <a:rPr lang="en-US" sz="3000" dirty="0" err="1"/>
              <a:t>mình</a:t>
            </a:r>
            <a:r>
              <a:rPr lang="en-US" sz="3000" dirty="0"/>
              <a:t> </a:t>
            </a:r>
            <a:r>
              <a:rPr lang="en-US" sz="3000" dirty="0" err="1"/>
              <a:t>tạo</a:t>
            </a:r>
            <a:r>
              <a:rPr lang="en-US" sz="3000" dirty="0"/>
              <a:t> ra </a:t>
            </a:r>
            <a:r>
              <a:rPr lang="en-US" sz="3000" dirty="0" err="1"/>
              <a:t>phần</a:t>
            </a:r>
            <a:r>
              <a:rPr lang="en-US" sz="3000" dirty="0"/>
              <a:t> </a:t>
            </a:r>
            <a:r>
              <a:rPr lang="en-US" sz="3000" dirty="0" err="1"/>
              <a:t>mềm</a:t>
            </a:r>
            <a:r>
              <a:rPr lang="en-US" sz="3000" dirty="0"/>
              <a:t> </a:t>
            </a:r>
            <a:r>
              <a:rPr lang="en-US" sz="3000" dirty="0" err="1"/>
              <a:t>để</a:t>
            </a:r>
            <a:r>
              <a:rPr lang="en-US" sz="3000" dirty="0"/>
              <a:t> </a:t>
            </a:r>
            <a:r>
              <a:rPr lang="en-US" sz="3000" dirty="0" err="1"/>
              <a:t>giải</a:t>
            </a:r>
            <a:r>
              <a:rPr lang="en-US" sz="3000" dirty="0"/>
              <a:t> </a:t>
            </a:r>
            <a:r>
              <a:rPr lang="en-US" sz="3000" dirty="0" err="1"/>
              <a:t>quyết</a:t>
            </a:r>
            <a:endParaRPr lang="en-US" sz="3000" dirty="0"/>
          </a:p>
          <a:p>
            <a:r>
              <a:rPr lang="en-US" sz="3000" dirty="0" err="1"/>
              <a:t>Những</a:t>
            </a:r>
            <a:r>
              <a:rPr lang="en-US" sz="3000" dirty="0"/>
              <a:t> </a:t>
            </a:r>
            <a:r>
              <a:rPr lang="en-US" sz="3000" dirty="0" err="1"/>
              <a:t>khó</a:t>
            </a:r>
            <a:r>
              <a:rPr lang="en-US" sz="3000" dirty="0"/>
              <a:t> </a:t>
            </a:r>
            <a:r>
              <a:rPr lang="en-US" sz="3000" dirty="0" err="1"/>
              <a:t>khăn</a:t>
            </a:r>
            <a:r>
              <a:rPr lang="en-US" sz="3000" dirty="0"/>
              <a:t> </a:t>
            </a:r>
            <a:r>
              <a:rPr lang="en-US" sz="3000" dirty="0" err="1"/>
              <a:t>khi</a:t>
            </a:r>
            <a:r>
              <a:rPr lang="en-US" sz="3000" dirty="0"/>
              <a:t> </a:t>
            </a:r>
            <a:r>
              <a:rPr lang="en-US" sz="3000" dirty="0" err="1"/>
              <a:t>cân</a:t>
            </a:r>
            <a:r>
              <a:rPr lang="en-US" sz="3000" dirty="0"/>
              <a:t> </a:t>
            </a:r>
            <a:r>
              <a:rPr lang="en-US" sz="3000" dirty="0" err="1"/>
              <a:t>bằng</a:t>
            </a:r>
            <a:r>
              <a:rPr lang="en-US" sz="3000" dirty="0"/>
              <a:t> </a:t>
            </a:r>
            <a:r>
              <a:rPr lang="en-US" sz="3000" dirty="0" err="1"/>
              <a:t>dinh</a:t>
            </a:r>
            <a:r>
              <a:rPr lang="en-US" sz="3000" dirty="0"/>
              <a:t> </a:t>
            </a:r>
            <a:r>
              <a:rPr lang="en-US" sz="3000" dirty="0" err="1"/>
              <a:t>dưỡng</a:t>
            </a:r>
            <a:r>
              <a:rPr lang="en-US" sz="3000" dirty="0"/>
              <a:t> </a:t>
            </a:r>
            <a:r>
              <a:rPr lang="en-US" sz="3000" dirty="0" err="1"/>
              <a:t>và</a:t>
            </a:r>
            <a:r>
              <a:rPr lang="en-US" sz="3000" dirty="0"/>
              <a:t> chi </a:t>
            </a:r>
            <a:r>
              <a:rPr lang="en-US" sz="3000" dirty="0" err="1"/>
              <a:t>phí</a:t>
            </a:r>
            <a:r>
              <a:rPr lang="en-US" sz="300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1EC0F6-AD8D-4243-BBF3-BEAE3621C150}"/>
              </a:ext>
            </a:extLst>
          </p:cNvPr>
          <p:cNvSpPr txBox="1"/>
          <p:nvPr/>
        </p:nvSpPr>
        <p:spPr>
          <a:xfrm>
            <a:off x="1169174" y="3405916"/>
            <a:ext cx="80451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000" dirty="0" err="1"/>
              <a:t>Phần</a:t>
            </a:r>
            <a:r>
              <a:rPr lang="en-US" sz="3000" dirty="0"/>
              <a:t> </a:t>
            </a:r>
            <a:r>
              <a:rPr lang="en-US" sz="3000" dirty="0" err="1"/>
              <a:t>mềm</a:t>
            </a:r>
            <a:r>
              <a:rPr lang="en-US" sz="3000" dirty="0"/>
              <a:t> </a:t>
            </a:r>
            <a:r>
              <a:rPr lang="en-US" sz="3000" dirty="0" err="1"/>
              <a:t>của</a:t>
            </a:r>
            <a:r>
              <a:rPr lang="en-US" sz="3000" dirty="0"/>
              <a:t> </a:t>
            </a:r>
            <a:r>
              <a:rPr lang="en-US" sz="3000" dirty="0" err="1"/>
              <a:t>chúng</a:t>
            </a:r>
            <a:r>
              <a:rPr lang="en-US" sz="3000" dirty="0"/>
              <a:t> </a:t>
            </a:r>
            <a:r>
              <a:rPr lang="en-US" sz="3000" dirty="0" err="1"/>
              <a:t>mình</a:t>
            </a:r>
            <a:r>
              <a:rPr lang="en-US" sz="3000" dirty="0"/>
              <a:t> </a:t>
            </a:r>
            <a:r>
              <a:rPr lang="en-US" sz="3000" dirty="0" err="1"/>
              <a:t>cho</a:t>
            </a:r>
            <a:r>
              <a:rPr lang="en-US" sz="3000" dirty="0"/>
              <a:t> </a:t>
            </a:r>
            <a:r>
              <a:rPr lang="en-US" sz="3000" dirty="0" err="1"/>
              <a:t>phép</a:t>
            </a:r>
            <a:r>
              <a:rPr lang="en-US" sz="3000" dirty="0"/>
              <a:t> </a:t>
            </a:r>
            <a:r>
              <a:rPr lang="en-US" sz="3000" dirty="0" err="1"/>
              <a:t>cá</a:t>
            </a:r>
            <a:endParaRPr lang="en-US" sz="3000" dirty="0"/>
          </a:p>
          <a:p>
            <a:r>
              <a:rPr lang="en-US" sz="3000" dirty="0" err="1"/>
              <a:t>nhân</a:t>
            </a:r>
            <a:r>
              <a:rPr lang="en-US" sz="3000" dirty="0"/>
              <a:t> </a:t>
            </a:r>
            <a:r>
              <a:rPr lang="en-US" sz="3000" dirty="0" err="1"/>
              <a:t>hóa</a:t>
            </a:r>
            <a:r>
              <a:rPr lang="en-US" sz="3000" dirty="0"/>
              <a:t> </a:t>
            </a:r>
            <a:r>
              <a:rPr lang="en-US" sz="3000" dirty="0" err="1"/>
              <a:t>để</a:t>
            </a:r>
            <a:r>
              <a:rPr lang="en-US" sz="3000" dirty="0"/>
              <a:t> </a:t>
            </a:r>
            <a:r>
              <a:rPr lang="en-US" sz="3000" dirty="0" err="1"/>
              <a:t>phù</a:t>
            </a:r>
            <a:r>
              <a:rPr lang="en-US" sz="3000" dirty="0"/>
              <a:t> </a:t>
            </a:r>
            <a:r>
              <a:rPr lang="en-US" sz="3000" dirty="0" err="1"/>
              <a:t>hợp</a:t>
            </a:r>
            <a:r>
              <a:rPr lang="en-US" sz="3000" dirty="0"/>
              <a:t> </a:t>
            </a:r>
            <a:r>
              <a:rPr lang="en-US" sz="3000" dirty="0" err="1"/>
              <a:t>với</a:t>
            </a:r>
            <a:r>
              <a:rPr lang="en-US" sz="3000" dirty="0"/>
              <a:t> </a:t>
            </a:r>
            <a:r>
              <a:rPr lang="en-US" sz="3000" dirty="0" err="1"/>
              <a:t>nhiều</a:t>
            </a:r>
            <a:r>
              <a:rPr lang="en-US" sz="3000" dirty="0"/>
              <a:t> </a:t>
            </a:r>
            <a:r>
              <a:rPr lang="en-US" sz="3000" dirty="0" err="1"/>
              <a:t>người</a:t>
            </a:r>
            <a:r>
              <a:rPr lang="en-US" sz="3000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ECCC1C-4CBB-4611-ADAB-4F9097C0270B}"/>
              </a:ext>
            </a:extLst>
          </p:cNvPr>
          <p:cNvSpPr txBox="1"/>
          <p:nvPr/>
        </p:nvSpPr>
        <p:spPr>
          <a:xfrm>
            <a:off x="1169174" y="4828777"/>
            <a:ext cx="80451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000" dirty="0"/>
              <a:t>Giao </a:t>
            </a:r>
            <a:r>
              <a:rPr lang="en-US" sz="3000" dirty="0" err="1"/>
              <a:t>diện</a:t>
            </a:r>
            <a:r>
              <a:rPr lang="en-US" sz="3000" dirty="0"/>
              <a:t> </a:t>
            </a:r>
            <a:r>
              <a:rPr lang="en-US" sz="3000" dirty="0" err="1"/>
              <a:t>của</a:t>
            </a:r>
            <a:r>
              <a:rPr lang="en-US" sz="3000" dirty="0"/>
              <a:t> </a:t>
            </a:r>
            <a:r>
              <a:rPr lang="en-US" sz="3000" dirty="0" err="1"/>
              <a:t>phần</a:t>
            </a:r>
            <a:r>
              <a:rPr lang="en-US" sz="3000" dirty="0"/>
              <a:t> </a:t>
            </a:r>
            <a:r>
              <a:rPr lang="en-US" sz="3000" dirty="0" err="1"/>
              <a:t>mềm</a:t>
            </a:r>
            <a:r>
              <a:rPr lang="en-US" sz="3000" dirty="0"/>
              <a:t> </a:t>
            </a:r>
            <a:r>
              <a:rPr lang="en-US" sz="3000" dirty="0" err="1"/>
              <a:t>đơn</a:t>
            </a:r>
            <a:r>
              <a:rPr lang="en-US" sz="3000" dirty="0"/>
              <a:t> </a:t>
            </a:r>
            <a:r>
              <a:rPr lang="en-US" sz="3000" dirty="0" err="1"/>
              <a:t>giản</a:t>
            </a:r>
            <a:r>
              <a:rPr lang="en-US" sz="3000" dirty="0"/>
              <a:t> </a:t>
            </a:r>
            <a:r>
              <a:rPr lang="en-US" sz="3000" dirty="0" err="1"/>
              <a:t>để</a:t>
            </a:r>
            <a:r>
              <a:rPr lang="en-US" sz="3000" dirty="0"/>
              <a:t> </a:t>
            </a:r>
            <a:r>
              <a:rPr lang="en-US" sz="3000" dirty="0" err="1"/>
              <a:t>dễ</a:t>
            </a:r>
            <a:endParaRPr lang="en-US" sz="3000" dirty="0"/>
          </a:p>
          <a:p>
            <a:r>
              <a:rPr lang="en-US" sz="3000" dirty="0" err="1"/>
              <a:t>dàng</a:t>
            </a:r>
            <a:r>
              <a:rPr lang="en-US" sz="3000" dirty="0"/>
              <a:t> </a:t>
            </a:r>
            <a:r>
              <a:rPr lang="en-US" sz="3000" dirty="0" err="1"/>
              <a:t>tiếp</a:t>
            </a:r>
            <a:r>
              <a:rPr lang="en-US" sz="3000" dirty="0"/>
              <a:t> </a:t>
            </a:r>
            <a:r>
              <a:rPr lang="en-US" sz="3000" dirty="0" err="1"/>
              <a:t>cận</a:t>
            </a:r>
            <a:r>
              <a:rPr lang="en-US" sz="3000" dirty="0"/>
              <a:t> </a:t>
            </a:r>
            <a:r>
              <a:rPr lang="en-US" sz="3000" dirty="0" err="1"/>
              <a:t>đến</a:t>
            </a:r>
            <a:r>
              <a:rPr lang="en-US" sz="3000" dirty="0"/>
              <a:t> </a:t>
            </a:r>
            <a:r>
              <a:rPr lang="en-US" sz="3000" dirty="0" err="1"/>
              <a:t>nhiều</a:t>
            </a:r>
            <a:r>
              <a:rPr lang="en-US" sz="3000" dirty="0"/>
              <a:t> </a:t>
            </a:r>
            <a:r>
              <a:rPr lang="en-US" sz="3000" dirty="0" err="1"/>
              <a:t>người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32244693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CA83430-2D7B-4374-AF21-8B6B419F3A21}"/>
              </a:ext>
            </a:extLst>
          </p:cNvPr>
          <p:cNvSpPr txBox="1"/>
          <p:nvPr/>
        </p:nvSpPr>
        <p:spPr>
          <a:xfrm>
            <a:off x="3256922" y="2705725"/>
            <a:ext cx="567815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21946627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158</TotalTime>
  <Words>325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Symbol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Đỗ Việt Huy</dc:creator>
  <cp:lastModifiedBy>Đỗ Việt Huy</cp:lastModifiedBy>
  <cp:revision>9</cp:revision>
  <dcterms:created xsi:type="dcterms:W3CDTF">2026-07-19T13:07:09Z</dcterms:created>
  <dcterms:modified xsi:type="dcterms:W3CDTF">2026-07-20T06:57:58Z</dcterms:modified>
</cp:coreProperties>
</file>